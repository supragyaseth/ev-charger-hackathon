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Sora Light"/>
      <p:regular r:id="rId28"/>
      <p:bold r:id="rId29"/>
    </p:embeddedFont>
    <p:embeddedFont>
      <p:font typeface="Sora ExtraLight"/>
      <p:regular r:id="rId30"/>
      <p:bold r:id="rId31"/>
    </p:embeddedFont>
    <p:embeddedFont>
      <p:font typeface="Sora"/>
      <p:regular r:id="rId32"/>
      <p:bold r:id="rId33"/>
    </p:embeddedFont>
    <p:embeddedFont>
      <p:font typeface="Sora Medium"/>
      <p:regular r:id="rId34"/>
      <p:bold r:id="rId35"/>
    </p:embeddedFont>
    <p:embeddedFont>
      <p:font typeface="IBM Plex Sa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ExtraLight-bold.fntdata"/><Relationship Id="rId30" Type="http://schemas.openxmlformats.org/officeDocument/2006/relationships/font" Target="fonts/SoraExtraLight-regular.fntdata"/><Relationship Id="rId33" Type="http://schemas.openxmlformats.org/officeDocument/2006/relationships/font" Target="fonts/Sora-bold.fntdata"/><Relationship Id="rId32" Type="http://schemas.openxmlformats.org/officeDocument/2006/relationships/font" Target="fonts/Sora-regular.fntdata"/><Relationship Id="rId35" Type="http://schemas.openxmlformats.org/officeDocument/2006/relationships/font" Target="fonts/SoraMedium-bold.fntdata"/><Relationship Id="rId34" Type="http://schemas.openxmlformats.org/officeDocument/2006/relationships/font" Target="fonts/SoraMedium-regular.fntdata"/><Relationship Id="rId37" Type="http://schemas.openxmlformats.org/officeDocument/2006/relationships/font" Target="fonts/IBMPlexSansSemiBold-bold.fntdata"/><Relationship Id="rId36" Type="http://schemas.openxmlformats.org/officeDocument/2006/relationships/font" Target="fonts/IBMPlexSansSemiBold-regular.fntdata"/><Relationship Id="rId39" Type="http://schemas.openxmlformats.org/officeDocument/2006/relationships/font" Target="fonts/IBMPlexSansSemiBold-boldItalic.fntdata"/><Relationship Id="rId38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SoraLight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636820b0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636820b0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636820b07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636820b07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636820b07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636820b07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636820b07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636820b07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636820b07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636820b07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636820b07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636820b07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636820b074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636820b074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636820b074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636820b074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636820b074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636820b074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636820b07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636820b07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636820b074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636820b074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228600" y="1824250"/>
            <a:ext cx="66342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EV Charger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Manager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228600" y="363750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 Credo Hackathon Project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238425" y="4141425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type="title"/>
          </p:nvPr>
        </p:nvSpPr>
        <p:spPr>
          <a:xfrm>
            <a:off x="343625" y="8634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941" name="Google Shape;941;p64"/>
          <p:cNvSpPr txBox="1"/>
          <p:nvPr>
            <p:ph idx="1" type="subTitle"/>
          </p:nvPr>
        </p:nvSpPr>
        <p:spPr>
          <a:xfrm>
            <a:off x="343625" y="1741800"/>
            <a:ext cx="5035500" cy="26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Unorganized EV charging system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Teams group chat (first come first serve)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Miscommunication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Overcharging / lingering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Chargepoint app: only shows occupied spots</a:t>
            </a:r>
            <a:endParaRPr sz="1400"/>
          </a:p>
        </p:txBody>
      </p:sp>
      <p:sp>
        <p:nvSpPr>
          <p:cNvPr id="942" name="Google Shape;942;p64"/>
          <p:cNvSpPr txBox="1"/>
          <p:nvPr>
            <p:ph idx="4294967295" type="subTitle"/>
          </p:nvPr>
        </p:nvSpPr>
        <p:spPr>
          <a:xfrm>
            <a:off x="86025" y="4751025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</a:t>
            </a:r>
            <a:r>
              <a:rPr lang="en" sz="1000"/>
              <a:t> </a:t>
            </a:r>
            <a:r>
              <a:rPr lang="en" sz="1000">
                <a:latin typeface="Sora"/>
                <a:ea typeface="Sora"/>
                <a:cs typeface="Sora"/>
                <a:sym typeface="Sora"/>
              </a:rPr>
              <a:t>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3" name="Google Shape;94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929" y="152400"/>
            <a:ext cx="3186094" cy="2579049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5"/>
          <p:cNvSpPr txBox="1"/>
          <p:nvPr>
            <p:ph type="title"/>
          </p:nvPr>
        </p:nvSpPr>
        <p:spPr>
          <a:xfrm>
            <a:off x="414725" y="698550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Ideating</a:t>
            </a:r>
            <a:endParaRPr/>
          </a:p>
        </p:txBody>
      </p:sp>
      <p:sp>
        <p:nvSpPr>
          <p:cNvPr id="949" name="Google Shape;949;p65"/>
          <p:cNvSpPr txBox="1"/>
          <p:nvPr>
            <p:ph idx="4294967295" type="subTitle"/>
          </p:nvPr>
        </p:nvSpPr>
        <p:spPr>
          <a:xfrm>
            <a:off x="476550" y="1716275"/>
            <a:ext cx="6232200" cy="13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Asked current users for feedback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Meeting to discuss ideas &amp;  room for improvement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Reached out for Chargepoint API (awaiting)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50" name="Google Shape;95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123" y="3401300"/>
            <a:ext cx="4503849" cy="123065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6"/>
          <p:cNvSpPr txBox="1"/>
          <p:nvPr>
            <p:ph idx="2" type="title"/>
          </p:nvPr>
        </p:nvSpPr>
        <p:spPr>
          <a:xfrm>
            <a:off x="382675" y="692100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956" name="Google Shape;956;p66"/>
          <p:cNvSpPr txBox="1"/>
          <p:nvPr>
            <p:ph idx="1" type="subTitle"/>
          </p:nvPr>
        </p:nvSpPr>
        <p:spPr>
          <a:xfrm>
            <a:off x="382675" y="1484300"/>
            <a:ext cx="5228400" cy="27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</a:t>
            </a:r>
            <a:r>
              <a:rPr lang="en" sz="1500"/>
              <a:t>nagement site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Clear tracking display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Queue system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Transparency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Automation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Chargepoint API (awaiting access)</a:t>
            </a:r>
            <a:endParaRPr sz="15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7" name="Google Shape;957;p66"/>
          <p:cNvSpPr txBox="1"/>
          <p:nvPr>
            <p:ph idx="4294967295" type="subTitle"/>
          </p:nvPr>
        </p:nvSpPr>
        <p:spPr>
          <a:xfrm>
            <a:off x="86025" y="4751025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8" name="Google Shape;958;p66" title="Screenshot 2025-07-24 at 1.02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275" y="358075"/>
            <a:ext cx="5400002" cy="2392942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7"/>
          <p:cNvSpPr txBox="1"/>
          <p:nvPr>
            <p:ph idx="4294967295" type="subTitle"/>
          </p:nvPr>
        </p:nvSpPr>
        <p:spPr>
          <a:xfrm>
            <a:off x="543225" y="1204850"/>
            <a:ext cx="4142400" cy="30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Next JS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API communication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React JS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front end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Tailwind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</a:t>
            </a:r>
            <a:r>
              <a:rPr b="1" lang="en"/>
              <a:t>CSS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user interface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Nodemailer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emailing provider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Bcrypt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password hashing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Vercel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deployment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/>
              <a:t>SQLite, Prisma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: Databases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4" name="Google Shape;964;p67"/>
          <p:cNvSpPr txBox="1"/>
          <p:nvPr>
            <p:ph idx="4294967295" type="title"/>
          </p:nvPr>
        </p:nvSpPr>
        <p:spPr>
          <a:xfrm>
            <a:off x="314625" y="435900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 Charger Manager</a:t>
            </a:r>
            <a:endParaRPr/>
          </a:p>
        </p:txBody>
      </p:sp>
      <p:sp>
        <p:nvSpPr>
          <p:cNvPr id="965" name="Google Shape;965;p67"/>
          <p:cNvSpPr txBox="1"/>
          <p:nvPr>
            <p:ph idx="4294967295" type="subTitle"/>
          </p:nvPr>
        </p:nvSpPr>
        <p:spPr>
          <a:xfrm>
            <a:off x="86025" y="4751025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8"/>
          <p:cNvSpPr txBox="1"/>
          <p:nvPr>
            <p:ph idx="1" type="subTitle"/>
          </p:nvPr>
        </p:nvSpPr>
        <p:spPr>
          <a:xfrm>
            <a:off x="180025" y="4792025"/>
            <a:ext cx="4922100" cy="240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71" name="Google Shape;971;p68" title="Screenshot 2025-07-24 at 12.12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00" y="639750"/>
            <a:ext cx="3324175" cy="3863998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2" name="Google Shape;972;p68" title="Screenshot 2025-07-24 at 12.12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025" y="921225"/>
            <a:ext cx="3346427" cy="3301052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69" title="Screenshot 2025-07-24 at 1.00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50" y="324550"/>
            <a:ext cx="8113901" cy="42809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8" name="Google Shape;978;p69"/>
          <p:cNvSpPr txBox="1"/>
          <p:nvPr>
            <p:ph idx="1" type="subTitle"/>
          </p:nvPr>
        </p:nvSpPr>
        <p:spPr>
          <a:xfrm>
            <a:off x="180025" y="4792025"/>
            <a:ext cx="4922100" cy="240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0"/>
          <p:cNvSpPr txBox="1"/>
          <p:nvPr>
            <p:ph idx="1" type="subTitle"/>
          </p:nvPr>
        </p:nvSpPr>
        <p:spPr>
          <a:xfrm>
            <a:off x="180025" y="4792025"/>
            <a:ext cx="4922100" cy="240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</a:t>
            </a:r>
            <a:r>
              <a:rPr lang="en"/>
              <a:t> </a:t>
            </a:r>
            <a:r>
              <a:rPr lang="en" sz="1000">
                <a:latin typeface="Sora"/>
                <a:ea typeface="Sora"/>
                <a:cs typeface="Sora"/>
                <a:sym typeface="Sora"/>
              </a:rPr>
              <a:t>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4" name="Google Shape;984;p70" title="Screenshot 2025-07-24 at 12.59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13" y="152400"/>
            <a:ext cx="3957181" cy="4487225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5" name="Google Shape;98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150" y="457200"/>
            <a:ext cx="4099294" cy="2338826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6" name="Google Shape;98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2700" y="3094425"/>
            <a:ext cx="4380225" cy="15893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1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992" name="Google Shape;992;p71"/>
          <p:cNvSpPr txBox="1"/>
          <p:nvPr>
            <p:ph idx="4294967295" type="subTitle"/>
          </p:nvPr>
        </p:nvSpPr>
        <p:spPr>
          <a:xfrm>
            <a:off x="86025" y="4751025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2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998" name="Google Shape;998;p72"/>
          <p:cNvSpPr txBox="1"/>
          <p:nvPr>
            <p:ph idx="1" type="body"/>
          </p:nvPr>
        </p:nvSpPr>
        <p:spPr>
          <a:xfrm>
            <a:off x="3511550" y="739550"/>
            <a:ext cx="48174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ra Medium"/>
                <a:ea typeface="Sora Medium"/>
                <a:cs typeface="Sora Medium"/>
                <a:sym typeface="Sora Medium"/>
              </a:rPr>
              <a:t>Integrate Chargepoint custom API</a:t>
            </a:r>
            <a:endParaRPr sz="1500">
              <a:latin typeface="Sora Medium"/>
              <a:ea typeface="Sora Medium"/>
              <a:cs typeface="Sora Medium"/>
              <a:sym typeface="Sora Medium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Font typeface="Sora Medium"/>
              <a:buChar char="●"/>
            </a:pPr>
            <a:r>
              <a:rPr lang="en" sz="1500">
                <a:latin typeface="Sora Medium"/>
                <a:ea typeface="Sora Medium"/>
                <a:cs typeface="Sora Medium"/>
                <a:sym typeface="Sora Medium"/>
              </a:rPr>
              <a:t>Automated tracking (minimize user input)</a:t>
            </a:r>
            <a:endParaRPr sz="15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500">
                <a:latin typeface="Sora Medium"/>
                <a:ea typeface="Sora Medium"/>
                <a:cs typeface="Sora Medium"/>
                <a:sym typeface="Sora Medium"/>
              </a:rPr>
              <a:t>Deployment</a:t>
            </a:r>
            <a:endParaRPr sz="1500"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99" name="Google Shape;999;p7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00" name="Google Shape;1000;p72"/>
          <p:cNvSpPr txBox="1"/>
          <p:nvPr>
            <p:ph idx="4294967295" type="subTitle"/>
          </p:nvPr>
        </p:nvSpPr>
        <p:spPr>
          <a:xfrm>
            <a:off x="160550" y="4792025"/>
            <a:ext cx="4922100" cy="2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Farhan Ahmad, Hunter Broughton, Kevin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Zhang, Supragya Seth</a:t>
            </a:r>
            <a:endParaRPr sz="10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3"/>
          <p:cNvSpPr txBox="1"/>
          <p:nvPr>
            <p:ph type="title"/>
          </p:nvPr>
        </p:nvSpPr>
        <p:spPr>
          <a:xfrm>
            <a:off x="2001625" y="847863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3"/>
          <p:cNvSpPr txBox="1"/>
          <p:nvPr>
            <p:ph idx="4294967295" type="subTitle"/>
          </p:nvPr>
        </p:nvSpPr>
        <p:spPr>
          <a:xfrm>
            <a:off x="86025" y="4751025"/>
            <a:ext cx="49221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"/>
                <a:ea typeface="Sora"/>
                <a:cs typeface="Sora"/>
                <a:sym typeface="Sora"/>
              </a:rPr>
              <a:t>Farhan Ahmad, Hunter Broughton, Kevin Zhang, Supragya Seth</a:t>
            </a:r>
            <a:endParaRPr sz="1000"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07" name="Google Shape;100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750" y="2385288"/>
            <a:ext cx="1905000" cy="1905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